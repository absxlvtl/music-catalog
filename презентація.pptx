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168" y="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8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6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29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0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9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3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1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9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56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7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41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64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800" b="1" dirty="0"/>
              <a:t>Курсова робота</a:t>
            </a:r>
            <a:endParaRPr lang="uk-UA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Music </a:t>
            </a:r>
            <a:r>
              <a:rPr dirty="0"/>
              <a:t>Catalog App</a:t>
            </a:r>
          </a:p>
          <a:p>
            <a:r>
              <a:rPr dirty="0" err="1"/>
              <a:t>Студент</a:t>
            </a:r>
            <a:r>
              <a:rPr dirty="0"/>
              <a:t>: </a:t>
            </a:r>
            <a:r>
              <a:rPr dirty="0" err="1"/>
              <a:t>Кузьмич</a:t>
            </a:r>
            <a:r>
              <a:rPr dirty="0"/>
              <a:t> С.А.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Мета роботи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Розробити</a:t>
            </a:r>
            <a:r>
              <a:rPr dirty="0"/>
              <a:t> </a:t>
            </a:r>
            <a:r>
              <a:rPr dirty="0" err="1"/>
              <a:t>веб-застосунок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управління</a:t>
            </a:r>
            <a:r>
              <a:rPr dirty="0"/>
              <a:t> </a:t>
            </a:r>
            <a:r>
              <a:rPr dirty="0" err="1"/>
              <a:t>музичними</a:t>
            </a:r>
            <a:r>
              <a:rPr dirty="0"/>
              <a:t> </a:t>
            </a:r>
            <a:r>
              <a:rPr dirty="0" err="1"/>
              <a:t>треками</a:t>
            </a:r>
            <a:endParaRPr dirty="0"/>
          </a:p>
          <a:p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плейлистами</a:t>
            </a:r>
            <a:r>
              <a:rPr dirty="0"/>
              <a:t> з </a:t>
            </a:r>
            <a:r>
              <a:rPr dirty="0" err="1"/>
              <a:t>можливістю</a:t>
            </a:r>
            <a:r>
              <a:rPr dirty="0"/>
              <a:t> </a:t>
            </a:r>
            <a:r>
              <a:rPr dirty="0" err="1"/>
              <a:t>програвання</a:t>
            </a:r>
            <a:r>
              <a:rPr dirty="0"/>
              <a:t> </a:t>
            </a:r>
            <a:r>
              <a:rPr dirty="0" err="1" smtClean="0"/>
              <a:t>аудіо</a:t>
            </a:r>
            <a:r>
              <a:rPr lang="uk-UA" dirty="0" smtClean="0"/>
              <a:t> по програмі лабораторних з дисципліни «Веб-програмування»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HTML/CSS/JS</a:t>
            </a:r>
          </a:p>
          <a:p>
            <a:r>
              <a:t>Backend: Node.js, Express</a:t>
            </a:r>
          </a:p>
          <a:p>
            <a:r>
              <a:t>База даних: SQLite</a:t>
            </a:r>
          </a:p>
          <a:p>
            <a:r>
              <a:t>Docker для контейнеризації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81054"/>
            <a:ext cx="7290054" cy="1499616"/>
          </a:xfrm>
        </p:spPr>
        <p:txBody>
          <a:bodyPr/>
          <a:lstStyle/>
          <a:p>
            <a:r>
              <a:rPr dirty="0" err="1"/>
              <a:t>Архітектура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654" y="1777117"/>
            <a:ext cx="7290055" cy="4023360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Клієнт</a:t>
            </a:r>
            <a:r>
              <a:rPr dirty="0"/>
              <a:t> (React)</a:t>
            </a:r>
          </a:p>
          <a:p>
            <a:r>
              <a:rPr dirty="0"/>
              <a:t>• </a:t>
            </a:r>
            <a:r>
              <a:rPr dirty="0" err="1"/>
              <a:t>Сервер</a:t>
            </a:r>
            <a:r>
              <a:rPr dirty="0"/>
              <a:t> API (Node.js)</a:t>
            </a:r>
          </a:p>
          <a:p>
            <a:r>
              <a:rPr dirty="0"/>
              <a:t>• БД (SQLite)</a:t>
            </a:r>
          </a:p>
          <a:p>
            <a:r>
              <a:rPr dirty="0"/>
              <a:t>• MP3 Uploads</a:t>
            </a:r>
          </a:p>
          <a:p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0488"/>
            <a:ext cx="9144000" cy="4699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Функціонал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Додавання треків</a:t>
            </a:r>
          </a:p>
          <a:p>
            <a:r>
              <a:t>• Завантаження MP3</a:t>
            </a:r>
          </a:p>
          <a:p>
            <a:r>
              <a:t>• Створення плейлистів</a:t>
            </a:r>
          </a:p>
          <a:p>
            <a:r>
              <a:t>• Програвання музики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Скріншоти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1" y="1974456"/>
            <a:ext cx="8972359" cy="4588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Висновки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4" y="1749287"/>
            <a:ext cx="7660586" cy="4719099"/>
          </a:xfrm>
        </p:spPr>
        <p:txBody>
          <a:bodyPr>
            <a:normAutofit lnSpcReduction="10000"/>
          </a:bodyPr>
          <a:lstStyle/>
          <a:p>
            <a:r>
              <a:rPr lang="uk-UA" dirty="0"/>
              <a:t>В ході виконання курсової роботи було реалізовано:</a:t>
            </a:r>
          </a:p>
          <a:p>
            <a:r>
              <a:rPr lang="en-US" dirty="0" err="1"/>
              <a:t>Fullstack</a:t>
            </a:r>
            <a:r>
              <a:rPr lang="en-US" dirty="0"/>
              <a:t>-</a:t>
            </a:r>
            <a:r>
              <a:rPr lang="uk-UA" dirty="0"/>
              <a:t>розробка: Створено </a:t>
            </a:r>
            <a:r>
              <a:rPr lang="en-US" dirty="0"/>
              <a:t>SPA </a:t>
            </a:r>
            <a:r>
              <a:rPr lang="uk-UA" dirty="0"/>
              <a:t>на </a:t>
            </a:r>
            <a:r>
              <a:rPr lang="en-US" dirty="0"/>
              <a:t>React </a:t>
            </a:r>
            <a:r>
              <a:rPr lang="uk-UA" dirty="0"/>
              <a:t>та </a:t>
            </a:r>
            <a:r>
              <a:rPr lang="en-US" dirty="0"/>
              <a:t>REST API </a:t>
            </a:r>
            <a:r>
              <a:rPr lang="uk-UA" dirty="0"/>
              <a:t>сервер на </a:t>
            </a:r>
            <a:r>
              <a:rPr lang="en-US" dirty="0"/>
              <a:t>Node.js/Express.</a:t>
            </a:r>
          </a:p>
          <a:p>
            <a:r>
              <a:rPr lang="uk-UA" dirty="0"/>
              <a:t>Управління даними: Інтегровано базу даних </a:t>
            </a:r>
            <a:r>
              <a:rPr lang="en-US" dirty="0"/>
              <a:t>SQLite </a:t>
            </a:r>
            <a:r>
              <a:rPr lang="uk-UA" dirty="0"/>
              <a:t>для збереження медіа-бібліотеки та налаштовано роботу з файловою системою для завантаження </a:t>
            </a:r>
            <a:r>
              <a:rPr lang="en-US" dirty="0"/>
              <a:t>MP3.</a:t>
            </a:r>
          </a:p>
          <a:p>
            <a:r>
              <a:rPr lang="uk-UA" dirty="0"/>
              <a:t>Контейнеризація: Розроблено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uk-UA" dirty="0"/>
              <a:t>для сервісу, що забезпечило ізоляцію середовища та вирішило проблеми крос-платформної сумісності </a:t>
            </a:r>
            <a:r>
              <a:rPr lang="en-US" dirty="0"/>
              <a:t>native-</a:t>
            </a:r>
            <a:r>
              <a:rPr lang="uk-UA" dirty="0"/>
              <a:t>модулів.</a:t>
            </a:r>
          </a:p>
          <a:p>
            <a:r>
              <a:rPr lang="uk-UA" dirty="0" err="1"/>
              <a:t>Оркестрація</a:t>
            </a:r>
            <a:r>
              <a:rPr lang="uk-UA" dirty="0"/>
              <a:t>: Проведено розгортання в кластері </a:t>
            </a:r>
            <a:r>
              <a:rPr lang="en-US" dirty="0"/>
              <a:t>Kubernetes (</a:t>
            </a:r>
            <a:r>
              <a:rPr lang="en-US" dirty="0" err="1"/>
              <a:t>Minikube</a:t>
            </a:r>
            <a:r>
              <a:rPr lang="en-US" dirty="0"/>
              <a:t>) </a:t>
            </a:r>
            <a:r>
              <a:rPr lang="uk-UA" dirty="0"/>
              <a:t>за допомогою </a:t>
            </a:r>
            <a:r>
              <a:rPr lang="en-US" dirty="0"/>
              <a:t>YAML-</a:t>
            </a:r>
            <a:r>
              <a:rPr lang="uk-UA" dirty="0"/>
              <a:t>маніфестів </a:t>
            </a:r>
            <a:r>
              <a:rPr lang="en-US" dirty="0"/>
              <a:t>Deployment </a:t>
            </a:r>
            <a:r>
              <a:rPr lang="uk-UA" dirty="0"/>
              <a:t>та </a:t>
            </a:r>
            <a:r>
              <a:rPr lang="en-US" dirty="0"/>
              <a:t>Service.</a:t>
            </a:r>
          </a:p>
          <a:p>
            <a:r>
              <a:rPr lang="uk-UA" dirty="0"/>
              <a:t>Інфраструктурна логіка: Налаштовано мережеву взаємодію через </a:t>
            </a:r>
            <a:r>
              <a:rPr lang="en-US" dirty="0"/>
              <a:t>Port Forwarding, </a:t>
            </a:r>
            <a:r>
              <a:rPr lang="uk-UA" dirty="0"/>
              <a:t>що підтвердило стабільність роботи застосунку в хмарному середовищі.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І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</TotalTime>
  <Words>183</Words>
  <Application>Microsoft Office PowerPoint</Application>
  <PresentationFormat>Екран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3" baseType="lpstr">
      <vt:lpstr>Arial</vt:lpstr>
      <vt:lpstr>Calibri</vt:lpstr>
      <vt:lpstr>Tw Cen MT</vt:lpstr>
      <vt:lpstr>Tw Cen MT Condensed</vt:lpstr>
      <vt:lpstr>Wingdings 3</vt:lpstr>
      <vt:lpstr>Інтеграл</vt:lpstr>
      <vt:lpstr>Курсова робота</vt:lpstr>
      <vt:lpstr>Мета роботи</vt:lpstr>
      <vt:lpstr>Технології</vt:lpstr>
      <vt:lpstr>Архітектура</vt:lpstr>
      <vt:lpstr>Функціонал</vt:lpstr>
      <vt:lpstr>Скріншоти</vt:lpstr>
      <vt:lpstr>Висновки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 робота</dc:title>
  <dc:subject/>
  <dc:creator/>
  <cp:keywords/>
  <dc:description>generated using python-pptx</dc:description>
  <cp:lastModifiedBy>ПК</cp:lastModifiedBy>
  <cp:revision>3</cp:revision>
  <dcterms:created xsi:type="dcterms:W3CDTF">2013-01-27T09:14:16Z</dcterms:created>
  <dcterms:modified xsi:type="dcterms:W3CDTF">2025-12-18T15:41:47Z</dcterms:modified>
  <cp:category/>
</cp:coreProperties>
</file>